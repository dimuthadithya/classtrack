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75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86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37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97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33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3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85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9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8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46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41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34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5745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83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56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65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27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3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103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947" y="1643231"/>
            <a:ext cx="7772400" cy="1944646"/>
          </a:xfrm>
        </p:spPr>
        <p:txBody>
          <a:bodyPr>
            <a:normAutofit/>
          </a:bodyPr>
          <a:lstStyle/>
          <a:p>
            <a:r>
              <a:rPr sz="3600" dirty="0">
                <a:latin typeface="Aileron Black" panose="00000A00000000000000" pitchFamily="50" charset="0"/>
                <a:cs typeface="Aharoni" panose="020F0502020204030204" pitchFamily="2" charset="-79"/>
              </a:rPr>
              <a:t>Class Schedule and Student Information</a:t>
            </a:r>
          </a:p>
          <a:p>
            <a:r>
              <a:rPr sz="3600" dirty="0">
                <a:latin typeface="Aileron Black" panose="00000A00000000000000" pitchFamily="50" charset="0"/>
                <a:cs typeface="Aharoni" panose="020F0502020204030204" pitchFamily="2" charset="-79"/>
              </a:rPr>
              <a:t>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091723"/>
            <a:ext cx="6400800" cy="737147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600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ileron Black" panose="00000A00000000000000" pitchFamily="50" charset="0"/>
              </a:rPr>
              <a:t>Dulmini</a:t>
            </a:r>
            <a:r>
              <a:rPr lang="en-US" sz="16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ileron Black" panose="00000A00000000000000" pitchFamily="50" charset="0"/>
              </a:rPr>
              <a:t> </a:t>
            </a:r>
            <a:r>
              <a:rPr sz="16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ileron Black" panose="00000A00000000000000" pitchFamily="50" charset="0"/>
              </a:rPr>
              <a:t>Samadhi Murage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600" dirty="0">
                <a:latin typeface="Aileron Black" panose="00000A00000000000000" pitchFamily="50" charset="0"/>
              </a:rPr>
              <a:t>DIT/2025/04/141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271B18-D0F8-EB46-2E40-C8560183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299" y="0"/>
            <a:ext cx="1859696" cy="1859696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5EF6C5A9-6ECA-7CE7-0969-D90C20718066}"/>
              </a:ext>
            </a:extLst>
          </p:cNvPr>
          <p:cNvSpPr txBox="1">
            <a:spLocks/>
          </p:cNvSpPr>
          <p:nvPr/>
        </p:nvSpPr>
        <p:spPr>
          <a:xfrm>
            <a:off x="1470456" y="3859170"/>
            <a:ext cx="6400800" cy="626333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0" dirty="0">
                <a:solidFill>
                  <a:schemeClr val="tx2">
                    <a:lumMod val="75000"/>
                  </a:schemeClr>
                </a:solidFill>
                <a:latin typeface="Aileron Black" panose="00000A00000000000000" pitchFamily="50" charset="0"/>
              </a:rPr>
              <a:t>Project Proposal Presentation</a:t>
            </a:r>
          </a:p>
          <a:p>
            <a:r>
              <a:rPr lang="en-US" sz="8000" dirty="0">
                <a:solidFill>
                  <a:schemeClr val="tx2">
                    <a:lumMod val="75000"/>
                  </a:schemeClr>
                </a:solidFill>
                <a:latin typeface="Aileron Black" panose="00000A00000000000000" pitchFamily="50" charset="0"/>
              </a:rPr>
              <a:t>(DIT 264)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ileron Black" panose="00000A00000000000000" pitchFamily="50" charset="0"/>
                <a:ea typeface="+mn-ea"/>
                <a:cs typeface="+mn-cs"/>
              </a:rPr>
              <a:t>Diploma in Information Technology University of Sri Jayewardenepura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8000" dirty="0">
              <a:solidFill>
                <a:schemeClr val="tx2">
                  <a:lumMod val="75000"/>
                </a:schemeClr>
              </a:solidFill>
              <a:latin typeface="Aileron Black" panose="00000A00000000000000" pitchFamily="50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ileron Black" panose="00000A00000000000000" pitchFamily="50" charset="0"/>
                <a:ea typeface="+mn-ea"/>
                <a:cs typeface="+mn-cs"/>
              </a:rPr>
              <a:t>Supervisor Name : Miss Sanjana </a:t>
            </a:r>
            <a:r>
              <a:rPr kumimoji="0" 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ileron Black" panose="00000A00000000000000" pitchFamily="50" charset="0"/>
                <a:ea typeface="+mn-ea"/>
                <a:cs typeface="+mn-cs"/>
              </a:rPr>
              <a:t>Solanga</a:t>
            </a:r>
            <a:r>
              <a:rPr lang="en-US" sz="7200" dirty="0">
                <a:solidFill>
                  <a:schemeClr val="accent3">
                    <a:lumMod val="75000"/>
                  </a:schemeClr>
                </a:solidFill>
                <a:latin typeface="Aileron Black" panose="00000A00000000000000" pitchFamily="50" charset="0"/>
              </a:rPr>
              <a:t> </a:t>
            </a:r>
            <a:r>
              <a:rPr kumimoji="0" 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ileron Black" panose="00000A00000000000000" pitchFamily="50" charset="0"/>
                <a:ea typeface="+mn-ea"/>
                <a:cs typeface="+mn-cs"/>
              </a:rPr>
              <a:t>arachchi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Aileron Black" panose="00000A00000000000000" pitchFamily="50" charset="0"/>
              <a:ea typeface="+mn-ea"/>
              <a:cs typeface="+mn-cs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latin typeface="Aileron Black" panose="00000A00000000000000" pitchFamily="50" charset="0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latin typeface="Aileron Black" panose="00000A00000000000000" pitchFamily="50" charset="0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latin typeface="Aileron Black" panose="00000A00000000000000" pitchFamily="50" charset="0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effectLst/>
                <a:latin typeface="Aileron Black" panose="00000A00000000000000" pitchFamily="50" charset="0"/>
              </a:rPr>
              <a:t>My name is Samadhi Murage.</a:t>
            </a:r>
          </a:p>
          <a:p>
            <a:r>
              <a:rPr dirty="0">
                <a:effectLst/>
                <a:latin typeface="Aileron Black" panose="00000A00000000000000" pitchFamily="50" charset="0"/>
              </a:rPr>
              <a:t>This presentation explains my project proposal.</a:t>
            </a:r>
          </a:p>
          <a:p>
            <a:r>
              <a:rPr dirty="0">
                <a:effectLst/>
                <a:latin typeface="Aileron Black" panose="00000A00000000000000" pitchFamily="50" charset="0"/>
              </a:rPr>
              <a:t>The project focuses on managing tuition class information digitally.</a:t>
            </a:r>
          </a:p>
          <a:p>
            <a:r>
              <a:rPr dirty="0">
                <a:effectLst/>
                <a:latin typeface="Aileron Black" panose="00000A00000000000000" pitchFamily="50" charset="0"/>
              </a:rPr>
              <a:t>Designed for small to medium tuition classes.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Project Background /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Most tuition classes use notebooks or Excel sheets.</a:t>
            </a:r>
          </a:p>
          <a:p>
            <a:r>
              <a:rPr dirty="0">
                <a:latin typeface="Aileron Black" panose="00000A00000000000000" pitchFamily="50" charset="0"/>
              </a:rPr>
              <a:t>Managing records becomes difficult as student numbers grow.</a:t>
            </a:r>
          </a:p>
          <a:p>
            <a:r>
              <a:rPr dirty="0">
                <a:latin typeface="Aileron Black" panose="00000A00000000000000" pitchFamily="50" charset="0"/>
              </a:rPr>
              <a:t>Teachers waste time updating and searching records.</a:t>
            </a:r>
          </a:p>
          <a:p>
            <a:r>
              <a:rPr dirty="0">
                <a:latin typeface="Aileron Black" panose="00000A00000000000000" pitchFamily="50" charset="0"/>
              </a:rPr>
              <a:t>This motivated me to design a digital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No centralized system for managing tuition classes.</a:t>
            </a:r>
          </a:p>
          <a:p>
            <a:r>
              <a:rPr dirty="0">
                <a:latin typeface="Aileron Black" panose="00000A00000000000000" pitchFamily="50" charset="0"/>
              </a:rPr>
              <a:t>Manual record keeping causes errors and confusion.</a:t>
            </a:r>
          </a:p>
          <a:p>
            <a:r>
              <a:rPr dirty="0">
                <a:latin typeface="Aileron Black" panose="00000A00000000000000" pitchFamily="50" charset="0"/>
              </a:rPr>
              <a:t>Updating schedules is time-consuming.</a:t>
            </a:r>
          </a:p>
          <a:p>
            <a:r>
              <a:rPr dirty="0">
                <a:latin typeface="Aileron Black" panose="00000A00000000000000" pitchFamily="50" charset="0"/>
              </a:rPr>
              <a:t>Overall efficiency is reduced.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Organize student information digitally.</a:t>
            </a:r>
          </a:p>
          <a:p>
            <a:r>
              <a:rPr dirty="0">
                <a:latin typeface="Aileron Black" panose="00000A00000000000000" pitchFamily="50" charset="0"/>
              </a:rPr>
              <a:t>Store student details securely.</a:t>
            </a:r>
          </a:p>
          <a:p>
            <a:r>
              <a:rPr dirty="0">
                <a:latin typeface="Aileron Black" panose="00000A00000000000000" pitchFamily="50" charset="0"/>
              </a:rPr>
              <a:t>Manage class schedules easily.</a:t>
            </a:r>
          </a:p>
          <a:p>
            <a:r>
              <a:rPr dirty="0">
                <a:latin typeface="Aileron Black" panose="00000A00000000000000" pitchFamily="50" charset="0"/>
              </a:rPr>
              <a:t>Reduce manual work and errors.</a:t>
            </a:r>
          </a:p>
          <a:p>
            <a:r>
              <a:rPr dirty="0">
                <a:latin typeface="Aileron Black" panose="00000A00000000000000" pitchFamily="50" charset="0"/>
              </a:rPr>
              <a:t>Improve my web development skills.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latin typeface="Aileron Black" panose="00000A00000000000000" pitchFamily="50" charset="0"/>
              </a:rPr>
              <a:t>Student registration and management.</a:t>
            </a:r>
          </a:p>
          <a:p>
            <a:r>
              <a:rPr b="1" dirty="0">
                <a:latin typeface="Aileron Black" panose="00000A00000000000000" pitchFamily="50" charset="0"/>
              </a:rPr>
              <a:t>View, edit, and delete student records.</a:t>
            </a:r>
          </a:p>
          <a:p>
            <a:r>
              <a:rPr b="1" dirty="0">
                <a:latin typeface="Aileron Black" panose="00000A00000000000000" pitchFamily="50" charset="0"/>
              </a:rPr>
              <a:t>Class schedule management.</a:t>
            </a:r>
          </a:p>
          <a:p>
            <a:r>
              <a:rPr b="1" dirty="0">
                <a:latin typeface="Aileron Black" panose="00000A00000000000000" pitchFamily="50" charset="0"/>
              </a:rPr>
              <a:t>Simple and user-friendly interface.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Out of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Mobile application development.</a:t>
            </a:r>
          </a:p>
          <a:p>
            <a:r>
              <a:rPr dirty="0">
                <a:latin typeface="Aileron Black" panose="00000A00000000000000" pitchFamily="50" charset="0"/>
              </a:rPr>
              <a:t>Online payment system.</a:t>
            </a:r>
          </a:p>
          <a:p>
            <a:r>
              <a:rPr dirty="0">
                <a:latin typeface="Aileron Black" panose="00000A00000000000000" pitchFamily="50" charset="0"/>
              </a:rPr>
              <a:t>Advanced analytics and reports.</a:t>
            </a:r>
          </a:p>
          <a:p>
            <a:r>
              <a:rPr dirty="0">
                <a:latin typeface="Aileron Black" panose="00000A00000000000000" pitchFamily="50" charset="0"/>
              </a:rPr>
              <a:t>Multi-branch tuition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HTML – page structure.</a:t>
            </a:r>
          </a:p>
          <a:p>
            <a:r>
              <a:rPr dirty="0">
                <a:latin typeface="Aileron Black" panose="00000A00000000000000" pitchFamily="50" charset="0"/>
              </a:rPr>
              <a:t>CSS – styling and layout.</a:t>
            </a:r>
          </a:p>
          <a:p>
            <a:r>
              <a:rPr dirty="0">
                <a:latin typeface="Aileron Black" panose="00000A00000000000000" pitchFamily="50" charset="0"/>
              </a:rPr>
              <a:t>JavaScript – form validation.</a:t>
            </a:r>
          </a:p>
          <a:p>
            <a:r>
              <a:rPr dirty="0">
                <a:latin typeface="Aileron Black" panose="00000A00000000000000" pitchFamily="50" charset="0"/>
              </a:rPr>
              <a:t>PHP – backend processing.</a:t>
            </a:r>
          </a:p>
          <a:p>
            <a:r>
              <a:rPr dirty="0">
                <a:latin typeface="Aileron Black" panose="00000A00000000000000" pitchFamily="50" charset="0"/>
              </a:rPr>
              <a:t>MySQL – database.</a:t>
            </a:r>
          </a:p>
          <a:p>
            <a:r>
              <a:rPr dirty="0">
                <a:latin typeface="Aileron Black" panose="00000A00000000000000" pitchFamily="50" charset="0"/>
              </a:rPr>
              <a:t>VS Code – development tool.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Proposed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User enters student details via web forms.</a:t>
            </a:r>
          </a:p>
          <a:p>
            <a:r>
              <a:rPr dirty="0">
                <a:latin typeface="Aileron Black" panose="00000A00000000000000" pitchFamily="50" charset="0"/>
              </a:rPr>
              <a:t>Data stored in MySQL database.</a:t>
            </a:r>
          </a:p>
          <a:p>
            <a:r>
              <a:rPr dirty="0">
                <a:latin typeface="Aileron Black" panose="00000A00000000000000" pitchFamily="50" charset="0"/>
              </a:rPr>
              <a:t>Teacher can add, update, and delete records.</a:t>
            </a:r>
          </a:p>
          <a:p>
            <a:r>
              <a:rPr dirty="0">
                <a:latin typeface="Aileron Black" panose="00000A00000000000000" pitchFamily="50" charset="0"/>
              </a:rPr>
              <a:t>Schedules managed easily.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Project Plan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Week 1 – Requirement analysis and planning.</a:t>
            </a:r>
          </a:p>
          <a:p>
            <a:r>
              <a:rPr dirty="0">
                <a:latin typeface="Aileron Black" panose="00000A00000000000000" pitchFamily="50" charset="0"/>
              </a:rPr>
              <a:t>Week 2 – Interface and database design.</a:t>
            </a:r>
          </a:p>
          <a:p>
            <a:r>
              <a:rPr dirty="0">
                <a:latin typeface="Aileron Black" panose="00000A00000000000000" pitchFamily="50" charset="0"/>
              </a:rPr>
              <a:t>Week 3 – Development and CRUD functions.</a:t>
            </a:r>
          </a:p>
          <a:p>
            <a:r>
              <a:rPr dirty="0">
                <a:latin typeface="Aileron Black" panose="00000A00000000000000" pitchFamily="50" charset="0"/>
              </a:rPr>
              <a:t>Week 4 – Testing and documentation.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Resources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Online tutorials (W3Schools, MDN, YouTube).</a:t>
            </a:r>
          </a:p>
          <a:p>
            <a:r>
              <a:rPr dirty="0">
                <a:latin typeface="Aileron Black" panose="00000A00000000000000" pitchFamily="50" charset="0"/>
              </a:rPr>
              <a:t>DIT lecture notes.</a:t>
            </a:r>
          </a:p>
          <a:p>
            <a:r>
              <a:rPr dirty="0">
                <a:latin typeface="Aileron Black" panose="00000A00000000000000" pitchFamily="50" charset="0"/>
              </a:rPr>
              <a:t>Guidance from lecturers.</a:t>
            </a:r>
          </a:p>
          <a:p>
            <a:r>
              <a:rPr dirty="0">
                <a:latin typeface="Aileron Black" panose="00000A00000000000000" pitchFamily="50" charset="0"/>
              </a:rPr>
              <a:t>Support from classmates.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ileron Black" panose="00000A00000000000000" pitchFamily="50" charset="0"/>
              </a:rPr>
              <a:t>Improves tuition class management.</a:t>
            </a:r>
          </a:p>
          <a:p>
            <a:r>
              <a:rPr dirty="0">
                <a:latin typeface="Aileron Black" panose="00000A00000000000000" pitchFamily="50" charset="0"/>
              </a:rPr>
              <a:t>Reduces workload and errors.</a:t>
            </a:r>
          </a:p>
          <a:p>
            <a:r>
              <a:rPr dirty="0">
                <a:latin typeface="Aileron Black" panose="00000A00000000000000" pitchFamily="50" charset="0"/>
              </a:rPr>
              <a:t>Provides real-world IT experience.</a:t>
            </a:r>
          </a:p>
          <a:p>
            <a:r>
              <a:rPr dirty="0">
                <a:latin typeface="Aileron Black" panose="00000A00000000000000" pitchFamily="50" charset="0"/>
              </a:rPr>
              <a:t>Thank you. I am open to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2811A4-CDF8-14DD-3E37-58FEBCD22B04}"/>
              </a:ext>
            </a:extLst>
          </p:cNvPr>
          <p:cNvSpPr/>
          <p:nvPr/>
        </p:nvSpPr>
        <p:spPr>
          <a:xfrm>
            <a:off x="2248930" y="1915297"/>
            <a:ext cx="5202194" cy="211300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623780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102</TotalTime>
  <Words>360</Words>
  <Application>Microsoft Office PowerPoint</Application>
  <PresentationFormat>On-screen Show (4:3)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Aileron Black</vt:lpstr>
      <vt:lpstr>Arial</vt:lpstr>
      <vt:lpstr>Bookman Old Style</vt:lpstr>
      <vt:lpstr>Rockwell</vt:lpstr>
      <vt:lpstr>Damask</vt:lpstr>
      <vt:lpstr>Class Schedule and Student Information Management System</vt:lpstr>
      <vt:lpstr>Introduction</vt:lpstr>
      <vt:lpstr>Project Background / Motivation</vt:lpstr>
      <vt:lpstr>Problem Statement</vt:lpstr>
      <vt:lpstr>Project Objectives</vt:lpstr>
      <vt:lpstr>Scope of Work</vt:lpstr>
      <vt:lpstr>Out of Scope</vt:lpstr>
      <vt:lpstr>Tools &amp; Technologies</vt:lpstr>
      <vt:lpstr>Proposed System Overview</vt:lpstr>
      <vt:lpstr>Project Plan &amp; Timeline</vt:lpstr>
      <vt:lpstr>Resources &amp; Support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Ishara Senanayake</cp:lastModifiedBy>
  <cp:revision>2</cp:revision>
  <dcterms:created xsi:type="dcterms:W3CDTF">2013-01-27T09:14:16Z</dcterms:created>
  <dcterms:modified xsi:type="dcterms:W3CDTF">2026-01-06T05:03:29Z</dcterms:modified>
  <cp:category/>
</cp:coreProperties>
</file>